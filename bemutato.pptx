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6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33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1299-D57F-4E5B-B932-BD4CC1275C8A}" type="datetimeFigureOut">
              <a:rPr lang="hu-HU" smtClean="0"/>
              <a:t>2026. 10. 14.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31EB6-3CF1-44DD-8ABC-B5EC6C3689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95579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1299-D57F-4E5B-B932-BD4CC1275C8A}" type="datetimeFigureOut">
              <a:rPr lang="hu-HU" smtClean="0"/>
              <a:t>2026. 10. 14.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31EB6-3CF1-44DD-8ABC-B5EC6C3689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9591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1299-D57F-4E5B-B932-BD4CC1275C8A}" type="datetimeFigureOut">
              <a:rPr lang="hu-HU" smtClean="0"/>
              <a:t>2026. 10. 14.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31EB6-3CF1-44DD-8ABC-B5EC6C3689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5948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1299-D57F-4E5B-B932-BD4CC1275C8A}" type="datetimeFigureOut">
              <a:rPr lang="hu-HU" smtClean="0"/>
              <a:t>2026. 10. 14.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31EB6-3CF1-44DD-8ABC-B5EC6C3689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55128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1299-D57F-4E5B-B932-BD4CC1275C8A}" type="datetimeFigureOut">
              <a:rPr lang="hu-HU" smtClean="0"/>
              <a:t>2026. 10. 14.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31EB6-3CF1-44DD-8ABC-B5EC6C3689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69235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1299-D57F-4E5B-B932-BD4CC1275C8A}" type="datetimeFigureOut">
              <a:rPr lang="hu-HU" smtClean="0"/>
              <a:t>2026. 10. 14.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31EB6-3CF1-44DD-8ABC-B5EC6C3689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57706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1299-D57F-4E5B-B932-BD4CC1275C8A}" type="datetimeFigureOut">
              <a:rPr lang="hu-HU" smtClean="0"/>
              <a:t>2026. 10. 14.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31EB6-3CF1-44DD-8ABC-B5EC6C3689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02110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1299-D57F-4E5B-B932-BD4CC1275C8A}" type="datetimeFigureOut">
              <a:rPr lang="hu-HU" smtClean="0"/>
              <a:t>2026. 10. 14.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31EB6-3CF1-44DD-8ABC-B5EC6C3689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03268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1DCE1299-D57F-4E5B-B932-BD4CC1275C8A}" type="datetimeFigureOut">
              <a:rPr lang="hu-HU" smtClean="0"/>
              <a:t>2026. 10. 14.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17D31EB6-3CF1-44DD-8ABC-B5EC6C3689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18272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1299-D57F-4E5B-B932-BD4CC1275C8A}" type="datetimeFigureOut">
              <a:rPr lang="hu-HU" smtClean="0"/>
              <a:t>2026. 10. 14.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31EB6-3CF1-44DD-8ABC-B5EC6C3689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53004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1299-D57F-4E5B-B932-BD4CC1275C8A}" type="datetimeFigureOut">
              <a:rPr lang="hu-HU" smtClean="0"/>
              <a:t>2026. 10. 14.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31EB6-3CF1-44DD-8ABC-B5EC6C3689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77517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1299-D57F-4E5B-B932-BD4CC1275C8A}" type="datetimeFigureOut">
              <a:rPr lang="hu-HU" smtClean="0"/>
              <a:t>2026. 10. 14.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31EB6-3CF1-44DD-8ABC-B5EC6C3689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313297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1299-D57F-4E5B-B932-BD4CC1275C8A}" type="datetimeFigureOut">
              <a:rPr lang="hu-HU" smtClean="0"/>
              <a:t>2026. 10. 14.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31EB6-3CF1-44DD-8ABC-B5EC6C3689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0790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1299-D57F-4E5B-B932-BD4CC1275C8A}" type="datetimeFigureOut">
              <a:rPr lang="hu-HU" smtClean="0"/>
              <a:t>2026. 10. 14.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31EB6-3CF1-44DD-8ABC-B5EC6C3689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260613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1299-D57F-4E5B-B932-BD4CC1275C8A}" type="datetimeFigureOut">
              <a:rPr lang="hu-HU" smtClean="0"/>
              <a:t>2026. 10. 14.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31EB6-3CF1-44DD-8ABC-B5EC6C3689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373381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1299-D57F-4E5B-B932-BD4CC1275C8A}" type="datetimeFigureOut">
              <a:rPr lang="hu-HU" smtClean="0"/>
              <a:t>2026. 10. 14.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31EB6-3CF1-44DD-8ABC-B5EC6C3689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700700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1299-D57F-4E5B-B932-BD4CC1275C8A}" type="datetimeFigureOut">
              <a:rPr lang="hu-HU" smtClean="0"/>
              <a:t>2026. 10. 14.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31EB6-3CF1-44DD-8ABC-B5EC6C3689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98730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1DCE1299-D57F-4E5B-B932-BD4CC1275C8A}" type="datetimeFigureOut">
              <a:rPr lang="hu-HU" smtClean="0"/>
              <a:t>2026. 10. 14.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17D31EB6-3CF1-44DD-8ABC-B5EC6C3689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154744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Kép 12">
            <a:extLst>
              <a:ext uri="{FF2B5EF4-FFF2-40B4-BE49-F238E27FC236}">
                <a16:creationId xmlns:a16="http://schemas.microsoft.com/office/drawing/2014/main" id="{BCF0835D-C049-4571-9A3A-CD609BB7582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90CC23E8-5E41-42EB-9508-84EF9C94F9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7889" y="-1730187"/>
            <a:ext cx="3262346" cy="3200400"/>
          </a:xfrm>
        </p:spPr>
        <p:txBody>
          <a:bodyPr>
            <a:normAutofit/>
          </a:bodyPr>
          <a:lstStyle/>
          <a:p>
            <a:r>
              <a:rPr lang="hu-HU" sz="7500" b="1" dirty="0" err="1"/>
              <a:t>Retro</a:t>
            </a:r>
            <a:endParaRPr lang="hu-HU" sz="7500" b="1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197FFB9E-0CEB-45ED-8C79-09D27595C3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8377" y="5905500"/>
            <a:ext cx="8676222" cy="1905000"/>
          </a:xfrm>
        </p:spPr>
        <p:txBody>
          <a:bodyPr>
            <a:normAutofit/>
          </a:bodyPr>
          <a:lstStyle/>
          <a:p>
            <a:pPr algn="just"/>
            <a:r>
              <a:rPr lang="hu-HU" sz="3000" dirty="0" err="1"/>
              <a:t>By</a:t>
            </a:r>
            <a:r>
              <a:rPr lang="hu-HU" sz="3000" dirty="0"/>
              <a:t>: </a:t>
            </a:r>
            <a:r>
              <a:rPr lang="hu-HU" sz="3000" dirty="0" err="1"/>
              <a:t>gobolygyurika</a:t>
            </a:r>
            <a:endParaRPr lang="hu-HU" sz="3000" dirty="0"/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30A4EE56-A86C-425E-A359-53F47845F8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3082" y="1020237"/>
            <a:ext cx="8747872" cy="4925604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9DFB748B-5371-4231-9BF6-697413F7A7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24399" y="912159"/>
            <a:ext cx="7388406" cy="4925604"/>
          </a:xfrm>
          <a:prstGeom prst="rect">
            <a:avLst/>
          </a:prstGeom>
        </p:spPr>
      </p:pic>
      <p:sp>
        <p:nvSpPr>
          <p:cNvPr id="15" name="Cím 1">
            <a:extLst>
              <a:ext uri="{FF2B5EF4-FFF2-40B4-BE49-F238E27FC236}">
                <a16:creationId xmlns:a16="http://schemas.microsoft.com/office/drawing/2014/main" id="{97DF5F9A-D76D-4BED-B46D-E14201B28E9F}"/>
              </a:ext>
            </a:extLst>
          </p:cNvPr>
          <p:cNvSpPr txBox="1">
            <a:spLocks/>
          </p:cNvSpPr>
          <p:nvPr/>
        </p:nvSpPr>
        <p:spPr>
          <a:xfrm>
            <a:off x="5274142" y="246279"/>
            <a:ext cx="3262346" cy="1196286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sz="7500" b="1" dirty="0"/>
              <a:t>CAR</a:t>
            </a:r>
          </a:p>
        </p:txBody>
      </p:sp>
      <p:sp>
        <p:nvSpPr>
          <p:cNvPr id="16" name="Cím 1">
            <a:extLst>
              <a:ext uri="{FF2B5EF4-FFF2-40B4-BE49-F238E27FC236}">
                <a16:creationId xmlns:a16="http://schemas.microsoft.com/office/drawing/2014/main" id="{4F2D2192-12C8-47EF-A620-4DF9DAB46AE1}"/>
              </a:ext>
            </a:extLst>
          </p:cNvPr>
          <p:cNvSpPr txBox="1">
            <a:spLocks/>
          </p:cNvSpPr>
          <p:nvPr/>
        </p:nvSpPr>
        <p:spPr>
          <a:xfrm>
            <a:off x="2469804" y="1370229"/>
            <a:ext cx="8303512" cy="298748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sz="20000" b="1" dirty="0"/>
              <a:t>QUIZ</a:t>
            </a:r>
          </a:p>
        </p:txBody>
      </p:sp>
    </p:spTree>
    <p:extLst>
      <p:ext uri="{BB962C8B-B14F-4D97-AF65-F5344CB8AC3E}">
        <p14:creationId xmlns:p14="http://schemas.microsoft.com/office/powerpoint/2010/main" val="290303146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15" grpId="0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Kép 12">
            <a:extLst>
              <a:ext uri="{FF2B5EF4-FFF2-40B4-BE49-F238E27FC236}">
                <a16:creationId xmlns:a16="http://schemas.microsoft.com/office/drawing/2014/main" id="{BCF0835D-C049-4571-9A3A-CD609BB7582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2D71CAC4-0996-49F3-9837-63DC7911E4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2765" y="91653"/>
            <a:ext cx="10432196" cy="5873984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90CC23E8-5E41-42EB-9508-84EF9C94F9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597" y="-1257300"/>
            <a:ext cx="8676222" cy="3200400"/>
          </a:xfrm>
        </p:spPr>
        <p:txBody>
          <a:bodyPr>
            <a:normAutofit/>
          </a:bodyPr>
          <a:lstStyle/>
          <a:p>
            <a:r>
              <a:rPr lang="hu-HU" sz="10000" b="1" dirty="0">
                <a:solidFill>
                  <a:schemeClr val="tx1"/>
                </a:solidFill>
              </a:rPr>
              <a:t>A TERVEZETEK</a:t>
            </a:r>
          </a:p>
        </p:txBody>
      </p:sp>
      <p:sp>
        <p:nvSpPr>
          <p:cNvPr id="12" name="Cím 1">
            <a:extLst>
              <a:ext uri="{FF2B5EF4-FFF2-40B4-BE49-F238E27FC236}">
                <a16:creationId xmlns:a16="http://schemas.microsoft.com/office/drawing/2014/main" id="{9C5B5516-CE5D-4732-B1C2-B71B1199A46B}"/>
              </a:ext>
            </a:extLst>
          </p:cNvPr>
          <p:cNvSpPr txBox="1">
            <a:spLocks/>
          </p:cNvSpPr>
          <p:nvPr/>
        </p:nvSpPr>
        <p:spPr>
          <a:xfrm>
            <a:off x="625937" y="1943100"/>
            <a:ext cx="2250149" cy="90991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sz="5000" b="1" dirty="0"/>
              <a:t>- Téma</a:t>
            </a:r>
          </a:p>
        </p:txBody>
      </p:sp>
      <p:sp>
        <p:nvSpPr>
          <p:cNvPr id="14" name="Cím 1">
            <a:extLst>
              <a:ext uri="{FF2B5EF4-FFF2-40B4-BE49-F238E27FC236}">
                <a16:creationId xmlns:a16="http://schemas.microsoft.com/office/drawing/2014/main" id="{38783A1C-1D96-4976-82FA-77DB971714DB}"/>
              </a:ext>
            </a:extLst>
          </p:cNvPr>
          <p:cNvSpPr txBox="1">
            <a:spLocks/>
          </p:cNvSpPr>
          <p:nvPr/>
        </p:nvSpPr>
        <p:spPr>
          <a:xfrm>
            <a:off x="625937" y="2745441"/>
            <a:ext cx="3937098" cy="90991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sz="5000" b="1" dirty="0"/>
              <a:t>- ELRENDEZÉS</a:t>
            </a:r>
          </a:p>
        </p:txBody>
      </p:sp>
      <p:sp>
        <p:nvSpPr>
          <p:cNvPr id="17" name="Cím 1">
            <a:extLst>
              <a:ext uri="{FF2B5EF4-FFF2-40B4-BE49-F238E27FC236}">
                <a16:creationId xmlns:a16="http://schemas.microsoft.com/office/drawing/2014/main" id="{6D7D03CC-9723-442A-8131-87188A70CD1C}"/>
              </a:ext>
            </a:extLst>
          </p:cNvPr>
          <p:cNvSpPr txBox="1">
            <a:spLocks/>
          </p:cNvSpPr>
          <p:nvPr/>
        </p:nvSpPr>
        <p:spPr>
          <a:xfrm>
            <a:off x="141843" y="3552264"/>
            <a:ext cx="3937098" cy="9099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sz="5000" b="1" dirty="0"/>
              <a:t>- KINÉZET</a:t>
            </a:r>
          </a:p>
        </p:txBody>
      </p:sp>
      <p:sp>
        <p:nvSpPr>
          <p:cNvPr id="18" name="Cím 1">
            <a:extLst>
              <a:ext uri="{FF2B5EF4-FFF2-40B4-BE49-F238E27FC236}">
                <a16:creationId xmlns:a16="http://schemas.microsoft.com/office/drawing/2014/main" id="{8D5DE96E-65B2-4E3F-BC1F-3A03AE256B9D}"/>
              </a:ext>
            </a:extLst>
          </p:cNvPr>
          <p:cNvSpPr txBox="1">
            <a:spLocks/>
          </p:cNvSpPr>
          <p:nvPr/>
        </p:nvSpPr>
        <p:spPr>
          <a:xfrm>
            <a:off x="-566369" y="4354605"/>
            <a:ext cx="10839922" cy="9099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sz="5000" b="1" dirty="0"/>
              <a:t>- JÁRMŰVEK VÁLOGATÁSA</a:t>
            </a:r>
          </a:p>
        </p:txBody>
      </p:sp>
    </p:spTree>
    <p:extLst>
      <p:ext uri="{BB962C8B-B14F-4D97-AF65-F5344CB8AC3E}">
        <p14:creationId xmlns:p14="http://schemas.microsoft.com/office/powerpoint/2010/main" val="23290303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  <p:bldP spid="14" grpId="0"/>
      <p:bldP spid="17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Kép 12">
            <a:extLst>
              <a:ext uri="{FF2B5EF4-FFF2-40B4-BE49-F238E27FC236}">
                <a16:creationId xmlns:a16="http://schemas.microsoft.com/office/drawing/2014/main" id="{BCF0835D-C049-4571-9A3A-CD609BB7582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90CC23E8-5E41-42EB-9508-84EF9C94F9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597" y="-1257300"/>
            <a:ext cx="8676222" cy="3200400"/>
          </a:xfrm>
        </p:spPr>
        <p:txBody>
          <a:bodyPr>
            <a:normAutofit/>
          </a:bodyPr>
          <a:lstStyle/>
          <a:p>
            <a:r>
              <a:rPr lang="hu-HU" sz="10000" b="1" dirty="0">
                <a:solidFill>
                  <a:schemeClr val="tx1"/>
                </a:solidFill>
              </a:rPr>
              <a:t>A KÓDOLÁS</a:t>
            </a:r>
          </a:p>
        </p:txBody>
      </p:sp>
      <p:sp>
        <p:nvSpPr>
          <p:cNvPr id="12" name="Cím 1">
            <a:extLst>
              <a:ext uri="{FF2B5EF4-FFF2-40B4-BE49-F238E27FC236}">
                <a16:creationId xmlns:a16="http://schemas.microsoft.com/office/drawing/2014/main" id="{9C5B5516-CE5D-4732-B1C2-B71B1199A46B}"/>
              </a:ext>
            </a:extLst>
          </p:cNvPr>
          <p:cNvSpPr txBox="1">
            <a:spLocks/>
          </p:cNvSpPr>
          <p:nvPr/>
        </p:nvSpPr>
        <p:spPr>
          <a:xfrm>
            <a:off x="71756" y="1963778"/>
            <a:ext cx="5082136" cy="9099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sz="5000" b="1" dirty="0"/>
              <a:t>- PYSIMPLEGUI:</a:t>
            </a:r>
          </a:p>
        </p:txBody>
      </p:sp>
      <p:sp>
        <p:nvSpPr>
          <p:cNvPr id="14" name="Cím 1">
            <a:extLst>
              <a:ext uri="{FF2B5EF4-FFF2-40B4-BE49-F238E27FC236}">
                <a16:creationId xmlns:a16="http://schemas.microsoft.com/office/drawing/2014/main" id="{38783A1C-1D96-4976-82FA-77DB971714DB}"/>
              </a:ext>
            </a:extLst>
          </p:cNvPr>
          <p:cNvSpPr txBox="1">
            <a:spLocks/>
          </p:cNvSpPr>
          <p:nvPr/>
        </p:nvSpPr>
        <p:spPr>
          <a:xfrm>
            <a:off x="-306936" y="2693893"/>
            <a:ext cx="9146136" cy="9099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sz="5000" b="1" dirty="0"/>
              <a:t>- EGY PYTHON KÖNYVTÁR</a:t>
            </a:r>
          </a:p>
        </p:txBody>
      </p:sp>
      <p:sp>
        <p:nvSpPr>
          <p:cNvPr id="17" name="Cím 1">
            <a:extLst>
              <a:ext uri="{FF2B5EF4-FFF2-40B4-BE49-F238E27FC236}">
                <a16:creationId xmlns:a16="http://schemas.microsoft.com/office/drawing/2014/main" id="{6D7D03CC-9723-442A-8131-87188A70CD1C}"/>
              </a:ext>
            </a:extLst>
          </p:cNvPr>
          <p:cNvSpPr txBox="1">
            <a:spLocks/>
          </p:cNvSpPr>
          <p:nvPr/>
        </p:nvSpPr>
        <p:spPr>
          <a:xfrm>
            <a:off x="-2370449" y="3037743"/>
            <a:ext cx="12576631" cy="126538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sz="5000" b="1" dirty="0"/>
              <a:t>- LOGIKUS PARANCSOK</a:t>
            </a:r>
          </a:p>
        </p:txBody>
      </p:sp>
      <p:sp>
        <p:nvSpPr>
          <p:cNvPr id="18" name="Cím 1">
            <a:extLst>
              <a:ext uri="{FF2B5EF4-FFF2-40B4-BE49-F238E27FC236}">
                <a16:creationId xmlns:a16="http://schemas.microsoft.com/office/drawing/2014/main" id="{8D5DE96E-65B2-4E3F-BC1F-3A03AE256B9D}"/>
              </a:ext>
            </a:extLst>
          </p:cNvPr>
          <p:cNvSpPr txBox="1">
            <a:spLocks/>
          </p:cNvSpPr>
          <p:nvPr/>
        </p:nvSpPr>
        <p:spPr>
          <a:xfrm>
            <a:off x="-963532" y="4243495"/>
            <a:ext cx="10839922" cy="9099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sz="5000" b="1" dirty="0"/>
              <a:t>- Könyvtári kapcsolat!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423F81B5-A31E-47DC-9A6B-647816020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6619" y="1113878"/>
            <a:ext cx="3366654" cy="2147154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4AD66A52-9395-49F5-BB26-8D17CFEB74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2195" y="3250586"/>
            <a:ext cx="1927727" cy="3167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27854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  <p:bldP spid="14" grpId="0"/>
      <p:bldP spid="17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Kép 12">
            <a:extLst>
              <a:ext uri="{FF2B5EF4-FFF2-40B4-BE49-F238E27FC236}">
                <a16:creationId xmlns:a16="http://schemas.microsoft.com/office/drawing/2014/main" id="{BCF0835D-C049-4571-9A3A-CD609BB7582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423F81B5-A31E-47DC-9A6B-647816020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588" y="786419"/>
            <a:ext cx="7811772" cy="4982121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4AD66A52-9395-49F5-BB26-8D17CFEB74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1663" y="195422"/>
            <a:ext cx="3859749" cy="6341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983299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Kép 12">
            <a:extLst>
              <a:ext uri="{FF2B5EF4-FFF2-40B4-BE49-F238E27FC236}">
                <a16:creationId xmlns:a16="http://schemas.microsoft.com/office/drawing/2014/main" id="{BCF0835D-C049-4571-9A3A-CD609BB7582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pic>
        <p:nvPicPr>
          <p:cNvPr id="3" name="Kép 2">
            <a:extLst>
              <a:ext uri="{FF2B5EF4-FFF2-40B4-BE49-F238E27FC236}">
                <a16:creationId xmlns:a16="http://schemas.microsoft.com/office/drawing/2014/main" id="{898408A5-B6D0-4E99-A78F-A24F03683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64" y="1487435"/>
            <a:ext cx="6163129" cy="3883128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C4FEBF48-0090-4878-8E12-4C196662CF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6376" y="1487436"/>
            <a:ext cx="6495571" cy="3883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590667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Kép 12">
            <a:extLst>
              <a:ext uri="{FF2B5EF4-FFF2-40B4-BE49-F238E27FC236}">
                <a16:creationId xmlns:a16="http://schemas.microsoft.com/office/drawing/2014/main" id="{BCF0835D-C049-4571-9A3A-CD609BB7582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31B25B41-13D4-499C-8C9B-08D1AC5DB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173" y="226261"/>
            <a:ext cx="4879117" cy="6273151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355C0990-3C7F-474A-849E-71200E106E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291924"/>
            <a:ext cx="3956749" cy="382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1997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Kép 12">
            <a:extLst>
              <a:ext uri="{FF2B5EF4-FFF2-40B4-BE49-F238E27FC236}">
                <a16:creationId xmlns:a16="http://schemas.microsoft.com/office/drawing/2014/main" id="{BCF0835D-C049-4571-9A3A-CD609BB7582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5" name="Cím 1">
            <a:extLst>
              <a:ext uri="{FF2B5EF4-FFF2-40B4-BE49-F238E27FC236}">
                <a16:creationId xmlns:a16="http://schemas.microsoft.com/office/drawing/2014/main" id="{3766F731-5B61-40F2-A831-139E7A496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597" y="-1257300"/>
            <a:ext cx="8676222" cy="3200400"/>
          </a:xfrm>
        </p:spPr>
        <p:txBody>
          <a:bodyPr>
            <a:normAutofit/>
          </a:bodyPr>
          <a:lstStyle/>
          <a:p>
            <a:r>
              <a:rPr lang="hu-HU" sz="10000" b="1" dirty="0">
                <a:solidFill>
                  <a:schemeClr val="tx1"/>
                </a:solidFill>
              </a:rPr>
              <a:t>AI segítség</a:t>
            </a:r>
          </a:p>
        </p:txBody>
      </p:sp>
      <p:sp>
        <p:nvSpPr>
          <p:cNvPr id="7" name="Cím 1">
            <a:extLst>
              <a:ext uri="{FF2B5EF4-FFF2-40B4-BE49-F238E27FC236}">
                <a16:creationId xmlns:a16="http://schemas.microsoft.com/office/drawing/2014/main" id="{5C173A2B-5BA9-4267-94D8-F679026D144C}"/>
              </a:ext>
            </a:extLst>
          </p:cNvPr>
          <p:cNvSpPr txBox="1">
            <a:spLocks/>
          </p:cNvSpPr>
          <p:nvPr/>
        </p:nvSpPr>
        <p:spPr>
          <a:xfrm>
            <a:off x="753035" y="2052916"/>
            <a:ext cx="4374784" cy="809065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sz="5000" b="1" dirty="0">
                <a:solidFill>
                  <a:schemeClr val="tx1"/>
                </a:solidFill>
              </a:rPr>
              <a:t>parancsok</a:t>
            </a:r>
          </a:p>
        </p:txBody>
      </p:sp>
      <p:sp>
        <p:nvSpPr>
          <p:cNvPr id="8" name="Cím 1">
            <a:extLst>
              <a:ext uri="{FF2B5EF4-FFF2-40B4-BE49-F238E27FC236}">
                <a16:creationId xmlns:a16="http://schemas.microsoft.com/office/drawing/2014/main" id="{6977AC64-03D4-45C0-90E1-04F99364B151}"/>
              </a:ext>
            </a:extLst>
          </p:cNvPr>
          <p:cNvSpPr txBox="1">
            <a:spLocks/>
          </p:cNvSpPr>
          <p:nvPr/>
        </p:nvSpPr>
        <p:spPr>
          <a:xfrm>
            <a:off x="753035" y="2795867"/>
            <a:ext cx="8588189" cy="809065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sz="5000" b="1" dirty="0">
                <a:solidFill>
                  <a:schemeClr val="tx1"/>
                </a:solidFill>
              </a:rPr>
              <a:t>                     használata</a:t>
            </a:r>
          </a:p>
        </p:txBody>
      </p:sp>
      <p:sp>
        <p:nvSpPr>
          <p:cNvPr id="9" name="Cím 1">
            <a:extLst>
              <a:ext uri="{FF2B5EF4-FFF2-40B4-BE49-F238E27FC236}">
                <a16:creationId xmlns:a16="http://schemas.microsoft.com/office/drawing/2014/main" id="{F3636ABC-CA63-41F4-9203-E223FAC0F61A}"/>
              </a:ext>
            </a:extLst>
          </p:cNvPr>
          <p:cNvSpPr txBox="1">
            <a:spLocks/>
          </p:cNvSpPr>
          <p:nvPr/>
        </p:nvSpPr>
        <p:spPr>
          <a:xfrm>
            <a:off x="654416" y="3679449"/>
            <a:ext cx="7377961" cy="809065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sz="5000" b="1" dirty="0" err="1">
                <a:solidFill>
                  <a:schemeClr val="tx1"/>
                </a:solidFill>
              </a:rPr>
              <a:t>SABLONok</a:t>
            </a:r>
            <a:r>
              <a:rPr lang="hu-HU" sz="5000" b="1" dirty="0">
                <a:solidFill>
                  <a:schemeClr val="tx1"/>
                </a:solidFill>
              </a:rPr>
              <a:t> tartalma</a:t>
            </a:r>
          </a:p>
        </p:txBody>
      </p:sp>
      <p:sp>
        <p:nvSpPr>
          <p:cNvPr id="10" name="Cím 1">
            <a:extLst>
              <a:ext uri="{FF2B5EF4-FFF2-40B4-BE49-F238E27FC236}">
                <a16:creationId xmlns:a16="http://schemas.microsoft.com/office/drawing/2014/main" id="{0AA5D4B6-E88B-497B-828F-A8A001EBEA36}"/>
              </a:ext>
            </a:extLst>
          </p:cNvPr>
          <p:cNvSpPr txBox="1">
            <a:spLocks/>
          </p:cNvSpPr>
          <p:nvPr/>
        </p:nvSpPr>
        <p:spPr>
          <a:xfrm>
            <a:off x="654415" y="4598330"/>
            <a:ext cx="7808267" cy="80906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sz="5000" b="1" dirty="0">
                <a:solidFill>
                  <a:schemeClr val="tx1"/>
                </a:solidFill>
              </a:rPr>
              <a:t>Tippek az elrendezéshez</a:t>
            </a:r>
          </a:p>
        </p:txBody>
      </p:sp>
    </p:spTree>
    <p:extLst>
      <p:ext uri="{BB962C8B-B14F-4D97-AF65-F5344CB8AC3E}">
        <p14:creationId xmlns:p14="http://schemas.microsoft.com/office/powerpoint/2010/main" val="34212670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24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1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3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1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4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E4498417-FE6C-424B-8ED3-C24586C42D6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Cím 1">
            <a:extLst>
              <a:ext uri="{FF2B5EF4-FFF2-40B4-BE49-F238E27FC236}">
                <a16:creationId xmlns:a16="http://schemas.microsoft.com/office/drawing/2014/main" id="{3766F731-5B61-40F2-A831-139E7A496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597" y="-1257300"/>
            <a:ext cx="5982185" cy="3200400"/>
          </a:xfrm>
        </p:spPr>
        <p:txBody>
          <a:bodyPr>
            <a:normAutofit/>
          </a:bodyPr>
          <a:lstStyle/>
          <a:p>
            <a:r>
              <a:rPr lang="hu-HU" sz="10000" b="1" dirty="0">
                <a:solidFill>
                  <a:schemeClr val="tx1"/>
                </a:solidFill>
              </a:rPr>
              <a:t>VÉGE!!!!!!</a:t>
            </a:r>
          </a:p>
        </p:txBody>
      </p:sp>
      <p:sp>
        <p:nvSpPr>
          <p:cNvPr id="11" name="Cím 1">
            <a:extLst>
              <a:ext uri="{FF2B5EF4-FFF2-40B4-BE49-F238E27FC236}">
                <a16:creationId xmlns:a16="http://schemas.microsoft.com/office/drawing/2014/main" id="{E7B3120B-3457-40E7-8D43-AAE74126E762}"/>
              </a:ext>
            </a:extLst>
          </p:cNvPr>
          <p:cNvSpPr txBox="1">
            <a:spLocks/>
          </p:cNvSpPr>
          <p:nvPr/>
        </p:nvSpPr>
        <p:spPr>
          <a:xfrm>
            <a:off x="-98621" y="-7505"/>
            <a:ext cx="5982185" cy="3200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sz="4000" b="1" dirty="0">
                <a:solidFill>
                  <a:schemeClr val="tx1"/>
                </a:solidFill>
              </a:rPr>
              <a:t>KÖSZÖNÖM A FIGYELMET!</a:t>
            </a:r>
          </a:p>
        </p:txBody>
      </p:sp>
      <p:sp>
        <p:nvSpPr>
          <p:cNvPr id="12" name="Cím 1">
            <a:extLst>
              <a:ext uri="{FF2B5EF4-FFF2-40B4-BE49-F238E27FC236}">
                <a16:creationId xmlns:a16="http://schemas.microsoft.com/office/drawing/2014/main" id="{32C2D794-1AC4-4DDE-9F79-DA982D8932C1}"/>
              </a:ext>
            </a:extLst>
          </p:cNvPr>
          <p:cNvSpPr txBox="1">
            <a:spLocks/>
          </p:cNvSpPr>
          <p:nvPr/>
        </p:nvSpPr>
        <p:spPr>
          <a:xfrm>
            <a:off x="525653" y="3780846"/>
            <a:ext cx="10715821" cy="3200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sz="7000" b="1" dirty="0">
                <a:solidFill>
                  <a:schemeClr val="tx1"/>
                </a:solidFill>
              </a:rPr>
              <a:t>GYERE ÉS TESZTELD!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BE0F6236-0172-43E6-ADD7-6BCA11EE0C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2487" y="603321"/>
            <a:ext cx="8057916" cy="5651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6027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zita">
  <a:themeElements>
    <a:clrScheme name="Szita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Szita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zit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TM03457485[[fn=Szita]]</Template>
  <TotalTime>55</TotalTime>
  <Words>53</Words>
  <Application>Microsoft Office PowerPoint</Application>
  <PresentationFormat>Szélesvásznú</PresentationFormat>
  <Paragraphs>22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1" baseType="lpstr">
      <vt:lpstr>Arial</vt:lpstr>
      <vt:lpstr>Century Gothic</vt:lpstr>
      <vt:lpstr>Szita</vt:lpstr>
      <vt:lpstr>Retro</vt:lpstr>
      <vt:lpstr>A TERVEZETEK</vt:lpstr>
      <vt:lpstr>A KÓDOLÁS</vt:lpstr>
      <vt:lpstr>PowerPoint-bemutató</vt:lpstr>
      <vt:lpstr>PowerPoint-bemutató</vt:lpstr>
      <vt:lpstr>PowerPoint-bemutató</vt:lpstr>
      <vt:lpstr>AI segítség</vt:lpstr>
      <vt:lpstr>VÉGE!!!!!!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Retro Car Quiz</dc:title>
  <dc:creator>György</dc:creator>
  <cp:lastModifiedBy>György</cp:lastModifiedBy>
  <cp:revision>8</cp:revision>
  <dcterms:created xsi:type="dcterms:W3CDTF">2026-10-07T10:54:41Z</dcterms:created>
  <dcterms:modified xsi:type="dcterms:W3CDTF">2026-10-14T10:33:38Z</dcterms:modified>
</cp:coreProperties>
</file>